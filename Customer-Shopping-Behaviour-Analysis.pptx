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Lora" pitchFamily="2" charset="0"/>
      <p:regular r:id="rId17"/>
    </p:embeddedFont>
    <p:embeddedFont>
      <p:font typeface="Source Sans 3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901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Shopping Behaviour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spending patterns, customer segments, and product preferences from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transactions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guide strategic business decisions.</a:t>
            </a:r>
            <a:endParaRPr lang="en-US" sz="11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16F8C3-828C-19CD-4C06-27AD301A9B16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633933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Dataset Summary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52577" y="1298302"/>
            <a:ext cx="2259137" cy="1327026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4102150" y="144787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3,900 Rows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102150" y="1757586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Transactional purchase records across multiple product categories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361286" y="1298302"/>
            <a:ext cx="2259137" cy="1327026"/>
          </a:xfrm>
          <a:prstGeom prst="roundRect">
            <a:avLst>
              <a:gd name="adj" fmla="val 1691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6510858" y="1447874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18 Columns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510858" y="1757586"/>
            <a:ext cx="195999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Demographics, purchase details, and shopping behaviour features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952577" y="2774900"/>
            <a:ext cx="4667845" cy="848246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4102150" y="292447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37 Missing Values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102150" y="3234184"/>
            <a:ext cx="4368701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in the Review Rating column — imputed using category medians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52577" y="3791396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features include Age, Gender, Location, Subscription Status, Purchase Amount, Discount Applied, Promo Code Used, and Frequency of Purchases.</a:t>
            </a:r>
            <a:endParaRPr lang="en-US" sz="11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AB5F20-03BF-0D8C-CCDA-1D0BD321D65F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373410"/>
            <a:ext cx="5772671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Exploratory Data Analysis in Python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38" y="1949723"/>
            <a:ext cx="5210919" cy="182694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741" y="1098686"/>
            <a:ext cx="203374" cy="2033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61522" y="1094556"/>
            <a:ext cx="203410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Loading &amp; Exploration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461522" y="1416844"/>
            <a:ext cx="2212628" cy="639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via pandas; used </a:t>
            </a:r>
            <a:r>
              <a:rPr lang="en-US" sz="10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050" dirty="0">
                <a:solidFill>
                  <a:srgbClr val="D6E5EF"/>
                </a:solidFill>
                <a:highlight>
                  <a:srgbClr val="3235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structure and summary stats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741" y="2305906"/>
            <a:ext cx="203374" cy="2033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61522" y="2301776"/>
            <a:ext cx="2212628" cy="39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Missing Data &amp; Standardization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6461522" y="2823493"/>
            <a:ext cx="2212628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Review rating using category medians; renamed columns to snake_case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71741" y="3693505"/>
            <a:ext cx="203374" cy="2033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61522" y="3689375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6461522" y="4011662"/>
            <a:ext cx="2212628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age group bins and purchase_frequency_days; dropped redundant promo_code_used column</a:t>
            </a:r>
            <a:endParaRPr lang="en-US" sz="10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8E43A-A7DF-208A-81F1-54B30F747706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953" y="359792"/>
            <a:ext cx="5391969" cy="364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 &amp; Shipping Type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53" y="993502"/>
            <a:ext cx="5124152" cy="25527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80137" y="1395413"/>
            <a:ext cx="19148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Gender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80137" y="1680121"/>
            <a:ext cx="261959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Compared total revenue generated by male vs. female customers to identify which segment drives more revenue.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980137" y="2326258"/>
            <a:ext cx="2289423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Shipping Type Comparison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80137" y="2610966"/>
            <a:ext cx="2619598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Compared average purchase amounts between Standard and Express shipping. Express shipping customers tend to spend more per transaction.</a:t>
            </a:r>
            <a:endParaRPr lang="en-US" sz="9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53" y="3777109"/>
            <a:ext cx="2563118" cy="10065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11DC011-9ADE-4C14-034E-BBE1B3BEB11A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395585"/>
            <a:ext cx="6012433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Products &amp; Discount Behaviour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9095" y="1154683"/>
            <a:ext cx="240722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5 Products by Rating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9095" y="1500188"/>
            <a:ext cx="5630242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Found products with the highest average review ratings to identify top-rated items.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95" y="1875755"/>
            <a:ext cx="5173042" cy="27192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711" y="1371526"/>
            <a:ext cx="2850059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Discount-Dependent Products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24711" y="1717030"/>
            <a:ext cx="2624956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5 products with the highest percentage of discounted purchases, revealing which items rely most on promotions.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4711" y="2760762"/>
            <a:ext cx="2624956" cy="16173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B258896-6018-3D74-91DF-F591FEB46E00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87834"/>
            <a:ext cx="552784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High-Spending Discount Users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028432" y="1701775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28432" y="2071315"/>
            <a:ext cx="2596679" cy="2049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Identified customers who used discounts but still spent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above the average purchase amount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These customers represent a valuable segment — they respond to promotions yet maintain high spending, making them ideal targets for loyalty programs and exclusive subscriber benefits.</a:t>
            </a:r>
            <a:endParaRPr lang="en-US" sz="11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B2322-6650-BBEF-E979-88EC174FC679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20923"/>
            <a:ext cx="577103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Subscribers vs. Non-Subscribers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799481"/>
            <a:ext cx="28542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Subscription Revenue Impact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169021"/>
            <a:ext cx="513516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Compared average spend and total revenue across subscription status. Subscribers contribute significantly more to total revenue and show higher average purchase amounts than non-subscribers.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3055441"/>
            <a:ext cx="5135166" cy="9342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8432" y="1534864"/>
            <a:ext cx="295714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Repeat Buyers &amp; Subscriptions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8432" y="1904405"/>
            <a:ext cx="2596679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Checked whether customers with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&gt;5 purchases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are more likely to subscribe. Repeat buyers show a strong tendency toward subscription, confirming purchase frequency as a predictor of subscription likelihood.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432" y="3508995"/>
            <a:ext cx="2596679" cy="74533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B56F527-E90B-AFD3-6862-E44038649D22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71339"/>
            <a:ext cx="7435528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 &amp; Revenue by Age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10171"/>
            <a:ext cx="244770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Customer Segmentation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1979712"/>
            <a:ext cx="513516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Classified customers into </a:t>
            </a:r>
            <a:r>
              <a:rPr lang="en-US" sz="1150" b="1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New, Regular, and Loyal</a:t>
            </a: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segments based on purchase history, revealing the distribution of customer types across the dataset.</a:t>
            </a:r>
            <a:endParaRPr lang="en-US" sz="1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20" y="2626742"/>
            <a:ext cx="4638005" cy="15522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8432" y="1285280"/>
            <a:ext cx="230765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by Age Group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8432" y="1654820"/>
            <a:ext cx="259667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Calculated total revenue contribution of each age group. Certain age groups contribute disproportionately more to total revenue, guiding targeted marketing focus.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8432" y="3020020"/>
            <a:ext cx="2596679" cy="148381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0E46B6-5DDE-1191-77DF-5069514C54BE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8167" y="405036"/>
            <a:ext cx="4580632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3 Products per Category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8167" y="1076251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Category Leaders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8167" y="1383283"/>
            <a:ext cx="5236146" cy="392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Listed the most purchased products within each category to identify best-sellers and inform product positioning in campaigns.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953" y="1904702"/>
            <a:ext cx="3708499" cy="270495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18461" y="1431950"/>
            <a:ext cx="1997273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18461" y="1738982"/>
            <a:ext cx="2672060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Built an interactive Power BI dashboard to present all insights visually, enabling stakeholders to explore revenue, segmentation, and product performance at a glance.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8461" y="2653010"/>
            <a:ext cx="2672060" cy="160087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2C55D1B-F70C-B8A7-10FB-996684CD371D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02990"/>
            <a:ext cx="5008662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442219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23577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benefits to convert high-frequency buyers into subscribers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4860" y="1442219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4860" y="200322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84860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Rward repeat buyers to advance them into the "Loyal" segment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6143" y="1442219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6143" y="2003227"/>
            <a:ext cx="189659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6143" y="2312938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boosts with margin control on discount-dependent products</a:t>
            </a:r>
            <a:endParaRPr lang="en-US" sz="11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3577" y="3090937"/>
            <a:ext cx="374005" cy="3740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23577" y="365194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23577" y="3961656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and express-shipping users</a:t>
            </a:r>
            <a:endParaRPr lang="en-US" sz="11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84860" y="3090937"/>
            <a:ext cx="374005" cy="3740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84860" y="3651945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84860" y="3961656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and best-selling products in campaigns</a:t>
            </a:r>
            <a:endParaRPr lang="en-US" sz="11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929130-B141-2AE4-BB23-AF1CE0CC526E}"/>
              </a:ext>
            </a:extLst>
          </p:cNvPr>
          <p:cNvSpPr/>
          <p:nvPr/>
        </p:nvSpPr>
        <p:spPr>
          <a:xfrm>
            <a:off x="7916616" y="4725422"/>
            <a:ext cx="1227383" cy="3812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544</Words>
  <Application>Microsoft Office PowerPoint</Application>
  <PresentationFormat>On-screen Show (16:9)</PresentationFormat>
  <Paragraphs>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Consolas</vt:lpstr>
      <vt:lpstr>Lora</vt:lpstr>
      <vt:lpstr>Arial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MD SHABBIR ALI KHAN</cp:lastModifiedBy>
  <cp:revision>3</cp:revision>
  <dcterms:created xsi:type="dcterms:W3CDTF">2026-06-01T08:23:14Z</dcterms:created>
  <dcterms:modified xsi:type="dcterms:W3CDTF">2026-06-01T08:26:28Z</dcterms:modified>
</cp:coreProperties>
</file>